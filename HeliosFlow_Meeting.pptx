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システムフロー可視化・詳細確認ツール</a:t>
            </a:r>
          </a:p>
          <a:p>
            <a:r>
              <a:t>（Helios Flow）打合せ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目的：工事工程の理解・進捗確認・必要ファイル参照を一元化し、</a:t>
            </a:r>
          </a:p>
          <a:p>
            <a:r>
              <a:t>質問/確認コストを削減する（DX化 / AIX）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本日の打合せゴール（決めること）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システムテスト観点の合意</a:t>
            </a:r>
          </a:p>
          <a:p>
            <a:r>
              <a:t>（開発部テストで何を見るか）</a:t>
            </a:r>
          </a:p>
          <a:p>
            <a:r>
              <a:t>修正対象の優先順位</a:t>
            </a:r>
            <a:br/>
            <a:r>
              <a:t>（リリースまでに必ず直す/後回しを切る）</a:t>
            </a:r>
          </a:p>
          <a:p>
            <a:r>
              <a:t>運用イメージの合意</a:t>
            </a:r>
            <a:br/>
            <a:r>
              <a:t>（誰が、いつ、何を更新するか）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背景：なぜこのツールが必要か（制作意図）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工事工程が複雑で、担当者が「次に何をすべきか」を都度確認している状態。</a:t>
            </a:r>
          </a:p>
          <a:p>
            <a:r>
              <a:t>結果として、特定担当に質問が集中し、業務が停滞する。</a:t>
            </a:r>
          </a:p>
          <a:p>
            <a:pPr>
              <a:defRPr b="1"/>
            </a:pPr>
            <a:r>
              <a:t>→ これを「フロー図UIで自己解決できる状態」にする。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課題定義（現状のボトルネック） - 前半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3.1 契約書ベースの表管理の限界</a:t>
            </a:r>
          </a:p>
          <a:p>
            <a:pPr lvl="1"/>
            <a:r>
              <a:t>契約書に基づく表で進捗管理しているが、詳細の記載が難しく、内容理解が進まない</a:t>
            </a:r>
          </a:p>
          <a:p>
            <a:pPr lvl="1"/>
            <a:r>
              <a:t>工程の「前後関係」「次にやるべきこと」が表から読み取りづらい</a:t>
            </a:r>
          </a:p>
          <a:p>
            <a:r>
              <a:t>3.2 ANDPADの工程管理の限界</a:t>
            </a:r>
          </a:p>
          <a:p>
            <a:pPr lvl="1"/>
            <a:r>
              <a:t>基本はバーチャートであり、フロー（分岐/依存）を表現しづらい</a:t>
            </a:r>
          </a:p>
          <a:p>
            <a:pPr lvl="1"/>
            <a:r>
              <a:t>編集権限が案件監視者に限定され、修正は担当者が都度依頼・反映が遅れる</a:t>
            </a:r>
          </a:p>
          <a:p>
            <a:pPr lvl="1"/>
            <a:r>
              <a:t>ログイン後にバーチャートを開き、他工程との調整をしながら操作する必要があり、運用負荷が高い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課題定義（現状のボトルネック） - 後半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3.3 必要ファイル/確認ファイルの分散</a:t>
            </a:r>
          </a:p>
          <a:p>
            <a:pPr lvl="1"/>
            <a:r>
              <a:t>必要なファイルが一元管理できておらず、参照経路が属人化している</a:t>
            </a:r>
          </a:p>
          <a:p>
            <a:pPr lvl="1"/>
            <a:r>
              <a:t>工程ごとの「必要資料」「確認すべき資料」を探す時間が発生している</a:t>
            </a:r>
          </a:p>
          <a:p>
            <a:r>
              <a:t>3.4 工程内容が複雑で、都度確認が必要</a:t>
            </a:r>
          </a:p>
          <a:p>
            <a:pPr lvl="1"/>
            <a:r>
              <a:t>対応内容が複雑で「次の一手」が不明確になり、質問が増える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アプリケーションのゴール（到達状態）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Helios工程をフロー図化し、工程の前後関係・分岐を視覚的に理解できる</a:t>
            </a:r>
          </a:p>
          <a:p>
            <a:r>
              <a:t>フロー図上で進捗（未着手/進行中/完了）を入力し、状態を可視化できる</a:t>
            </a:r>
          </a:p>
          <a:p>
            <a:r>
              <a:t>遅延フローを可視化し、遅延の早期検知・解消につなげる</a:t>
            </a:r>
          </a:p>
          <a:p>
            <a:r>
              <a:t>開発担当者以外でも、フローを見て進捗確認できる（質問を減らす）</a:t>
            </a:r>
          </a:p>
          <a:p>
            <a:r>
              <a:t>工程（ノード）から「必要ファイル」を抽出し、迷わず参照できる</a:t>
            </a:r>
          </a:p>
          <a:p>
            <a:r>
              <a:t>工程（ノード）から「必要情報（手順/注意点/提出先）」を抽出できる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現在の状況（進捗）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システムフロー図の作成：完了</a:t>
            </a:r>
          </a:p>
          <a:p>
            <a:r>
              <a:t>フロー可視化（アニメーション等）：実装済み</a:t>
            </a:r>
          </a:p>
          <a:p>
            <a:r>
              <a:t>本日：業務展開（開発部によるシステムテスト開始）</a:t>
            </a:r>
          </a:p>
          <a:p>
            <a:r>
              <a:t>【現在地】</a:t>
            </a:r>
          </a:p>
          <a:p>
            <a:pPr lvl="1"/>
            <a:r>
              <a:t>課題抽出 → 要件定義 → システム開発 → 【システムテスト(いまここ)】 → 修正 → リリース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今後の進め方 / 7. タスク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【今後のスケジュール】</a:t>
            </a:r>
          </a:p>
          <a:p>
            <a:pPr lvl="1"/>
            <a:r>
              <a:t>本日〜1週間程度：開発部へシステムテスト実施</a:t>
            </a:r>
          </a:p>
          <a:p>
            <a:pPr lvl="1"/>
            <a:r>
              <a:t>テスト結果を踏まえ、修正要件の打合せ（優先順位付け含む）</a:t>
            </a:r>
          </a:p>
          <a:p>
            <a:pPr lvl="1"/>
            <a:r>
              <a:t>修正対応 → リリース</a:t>
            </a:r>
          </a:p>
          <a:p>
            <a:r>
              <a:t>【今後のタスク担当】</a:t>
            </a:r>
          </a:p>
          <a:p>
            <a:pPr lvl="1"/>
            <a:r>
              <a:t>若林担当：ノードテキスト検討、関連資料の作成/整理</a:t>
            </a:r>
          </a:p>
          <a:p>
            <a:pPr lvl="1"/>
            <a:r>
              <a:t>山崎担当：ノード内容修正（文言/説明/リンク整理）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今日の確認事項（会議の論点）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システムテストの観点</a:t>
            </a:r>
          </a:p>
          <a:p>
            <a:pPr lvl="1"/>
            <a:r>
              <a:t>（UI操作、フロー理解、検索/抽出、進捗入力、遅延表示）</a:t>
            </a:r>
          </a:p>
          <a:p>
            <a:r>
              <a:t>修正優先度</a:t>
            </a:r>
          </a:p>
          <a:p>
            <a:pPr lvl="1"/>
            <a:r>
              <a:t>（必須 / できれば / 後回し）</a:t>
            </a:r>
          </a:p>
          <a:p>
            <a:r>
              <a:t>運用について</a:t>
            </a:r>
          </a:p>
          <a:p>
            <a:pPr lvl="1"/>
            <a:r>
              <a:t>（誰がノード情報・リンク・ファイルを更新するか）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